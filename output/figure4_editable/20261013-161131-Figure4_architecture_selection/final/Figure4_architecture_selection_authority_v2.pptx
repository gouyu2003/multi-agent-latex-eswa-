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6229350" cy="329565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50" d="100"/>
          <a:sy n="250" d="100"/>
        </p:scale>
        <p:origin x="2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1-background">
            <a:extLst>
              <a:ext uri="{FF2B5EF4-FFF2-40B4-BE49-F238E27FC236}">
                <a16:creationId xmlns:a16="http://schemas.microsoft.com/office/drawing/2014/main" id="{819C5FCC-C931-4774-B682-89019BEFD9AE}"/>
              </a:ext>
            </a:extLst>
          </p:cNvPr>
          <p:cNvSpPr>
            <a:spLocks noGrp="1"/>
          </p:cNvSpPr>
          <p:nvPr/>
        </p:nvSpPr>
        <p:spPr>
          <a:xfrm>
            <a:off x="685800" y="600075"/>
            <a:ext cx="5362575" cy="1028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hase2-background">
            <a:extLst>
              <a:ext uri="{FF2B5EF4-FFF2-40B4-BE49-F238E27FC236}">
                <a16:creationId xmlns:a16="http://schemas.microsoft.com/office/drawing/2014/main" id="{ED1626E3-D0CC-481E-8A81-B5D069EEB8ED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5362575" cy="1419225"/>
          </a:xfrm>
          <a:prstGeom prst="rect">
            <a:avLst/>
          </a:prstGeom>
          <a:solidFill>
            <a:srgbClr val="E4F4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phase-divider">
            <a:extLst>
              <a:ext uri="{FF2B5EF4-FFF2-40B4-BE49-F238E27FC236}">
                <a16:creationId xmlns:a16="http://schemas.microsoft.com/office/drawing/2014/main" id="{B5F2357F-F6F1-4558-9CE2-41902BB4B57F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5362575" cy="0"/>
          </a:xfrm>
          <a:prstGeom prst="line">
            <a:avLst/>
          </a:prstGeom>
          <a:noFill/>
          <a:ln w="10795">
            <a:solidFill>
              <a:srgbClr val="6799B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" name="input-card">
            <a:extLst>
              <a:ext uri="{FF2B5EF4-FFF2-40B4-BE49-F238E27FC236}">
                <a16:creationId xmlns:a16="http://schemas.microsoft.com/office/drawing/2014/main" id="{E5F3E0B8-DA20-43FE-A1E0-309784AA5AF8}"/>
              </a:ext>
            </a:extLst>
          </p:cNvPr>
          <p:cNvSpPr>
            <a:spLocks noGrp="1"/>
          </p:cNvSpPr>
          <p:nvPr/>
        </p:nvSpPr>
        <p:spPr>
          <a:xfrm>
            <a:off x="1771650" y="247650"/>
            <a:ext cx="1771650" cy="295275"/>
          </a:xfrm>
          <a:prstGeom prst="roundRect">
            <a:avLst>
              <a:gd name="adj" fmla="val 19355"/>
            </a:avLst>
          </a:prstGeom>
          <a:solidFill>
            <a:srgbClr val="EAEAEA"/>
          </a:solidFill>
          <a:ln w="9525">
            <a:solidFill>
              <a:srgbClr val="96969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ingle">
            <a:extLst>
              <a:ext uri="{FF2B5EF4-FFF2-40B4-BE49-F238E27FC236}">
                <a16:creationId xmlns:a16="http://schemas.microsoft.com/office/drawing/2014/main" id="{54BDEA39-6444-4B8A-9EE0-69F675F0F293}"/>
              </a:ext>
            </a:extLst>
          </p:cNvPr>
          <p:cNvSpPr>
            <a:spLocks noGrp="1"/>
          </p:cNvSpPr>
          <p:nvPr/>
        </p:nvSpPr>
        <p:spPr>
          <a:xfrm>
            <a:off x="3867150" y="695325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DFDFDF"/>
          </a:solidFill>
          <a:ln w="9525">
            <a:solidFill>
              <a:srgbClr val="8F8F8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hitl">
            <a:extLst>
              <a:ext uri="{FF2B5EF4-FFF2-40B4-BE49-F238E27FC236}">
                <a16:creationId xmlns:a16="http://schemas.microsoft.com/office/drawing/2014/main" id="{C299ED18-FA64-4779-A7E8-196046417CCA}"/>
              </a:ext>
            </a:extLst>
          </p:cNvPr>
          <p:cNvSpPr>
            <a:spLocks noGrp="1"/>
          </p:cNvSpPr>
          <p:nvPr/>
        </p:nvSpPr>
        <p:spPr>
          <a:xfrm>
            <a:off x="3867150" y="1219200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F6C9C4"/>
          </a:solidFill>
          <a:ln w="9525">
            <a:solidFill>
              <a:srgbClr val="BA746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hierarchy">
            <a:extLst>
              <a:ext uri="{FF2B5EF4-FFF2-40B4-BE49-F238E27FC236}">
                <a16:creationId xmlns:a16="http://schemas.microsoft.com/office/drawing/2014/main" id="{0FC50FCC-C0E5-4ECB-9C3A-C8CE1D6C431A}"/>
              </a:ext>
            </a:extLst>
          </p:cNvPr>
          <p:cNvSpPr>
            <a:spLocks noGrp="1"/>
          </p:cNvSpPr>
          <p:nvPr/>
        </p:nvSpPr>
        <p:spPr>
          <a:xfrm>
            <a:off x="3867150" y="1781175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DDEBC5"/>
          </a:solidFill>
          <a:ln w="9525">
            <a:solidFill>
              <a:srgbClr val="819D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adaptive">
            <a:extLst>
              <a:ext uri="{FF2B5EF4-FFF2-40B4-BE49-F238E27FC236}">
                <a16:creationId xmlns:a16="http://schemas.microsoft.com/office/drawing/2014/main" id="{963ECF02-98E5-458B-A40D-F5D35DB64B46}"/>
              </a:ext>
            </a:extLst>
          </p:cNvPr>
          <p:cNvSpPr>
            <a:spLocks noGrp="1"/>
          </p:cNvSpPr>
          <p:nvPr/>
        </p:nvSpPr>
        <p:spPr>
          <a:xfrm>
            <a:off x="3867150" y="2343150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FFE0B7"/>
          </a:solidFill>
          <a:ln w="9525">
            <a:solidFill>
              <a:srgbClr val="C69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flat">
            <a:extLst>
              <a:ext uri="{FF2B5EF4-FFF2-40B4-BE49-F238E27FC236}">
                <a16:creationId xmlns:a16="http://schemas.microsoft.com/office/drawing/2014/main" id="{D67258F8-4A35-4D9E-A25B-B4CF177B4235}"/>
              </a:ext>
            </a:extLst>
          </p:cNvPr>
          <p:cNvSpPr>
            <a:spLocks noGrp="1"/>
          </p:cNvSpPr>
          <p:nvPr/>
        </p:nvSpPr>
        <p:spPr>
          <a:xfrm>
            <a:off x="3867150" y="2743200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CAE4F1"/>
          </a:solidFill>
          <a:ln w="9525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input-to-q1">
            <a:extLst>
              <a:ext uri="{FF2B5EF4-FFF2-40B4-BE49-F238E27FC236}">
                <a16:creationId xmlns:a16="http://schemas.microsoft.com/office/drawing/2014/main" id="{B527A9E2-B7F3-4F1F-88D2-FB3C35906C0E}"/>
              </a:ext>
            </a:extLst>
          </p:cNvPr>
          <p:cNvSpPr>
            <a:spLocks noGrp="1"/>
          </p:cNvSpPr>
          <p:nvPr/>
        </p:nvSpPr>
        <p:spPr>
          <a:xfrm>
            <a:off x="2657475" y="542925"/>
            <a:ext cx="0" cy="142875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sp>
      <p:sp>
        <p:nvSpPr>
          <p:cNvPr id="12" name="q1-true">
            <a:extLst>
              <a:ext uri="{FF2B5EF4-FFF2-40B4-BE49-F238E27FC236}">
                <a16:creationId xmlns:a16="http://schemas.microsoft.com/office/drawing/2014/main" id="{94B88E06-1F7B-495E-B82A-7A86D62B5E68}"/>
              </a:ext>
            </a:extLst>
          </p:cNvPr>
          <p:cNvSpPr>
            <a:spLocks noGrp="1"/>
          </p:cNvSpPr>
          <p:nvPr/>
        </p:nvSpPr>
        <p:spPr>
          <a:xfrm>
            <a:off x="3581400" y="866775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sp>
      <p:sp>
        <p:nvSpPr>
          <p:cNvPr id="13" name="q1-false">
            <a:extLst>
              <a:ext uri="{FF2B5EF4-FFF2-40B4-BE49-F238E27FC236}">
                <a16:creationId xmlns:a16="http://schemas.microsoft.com/office/drawing/2014/main" id="{F614A029-7116-4511-8B3A-5415393ECF9D}"/>
              </a:ext>
            </a:extLst>
          </p:cNvPr>
          <p:cNvSpPr>
            <a:spLocks noGrp="1"/>
          </p:cNvSpPr>
          <p:nvPr/>
        </p:nvSpPr>
        <p:spPr>
          <a:xfrm>
            <a:off x="2657475" y="1047750"/>
            <a:ext cx="0" cy="17145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sp>
      <p:sp>
        <p:nvSpPr>
          <p:cNvPr id="14" name="q2-true">
            <a:extLst>
              <a:ext uri="{FF2B5EF4-FFF2-40B4-BE49-F238E27FC236}">
                <a16:creationId xmlns:a16="http://schemas.microsoft.com/office/drawing/2014/main" id="{5BA2F818-A5FC-4C13-A73C-7A6A6118AE5C}"/>
              </a:ext>
            </a:extLst>
          </p:cNvPr>
          <p:cNvSpPr>
            <a:spLocks noGrp="1"/>
          </p:cNvSpPr>
          <p:nvPr/>
        </p:nvSpPr>
        <p:spPr>
          <a:xfrm>
            <a:off x="3581400" y="1400175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sp>
      <p:sp>
        <p:nvSpPr>
          <p:cNvPr id="15" name="q2-false">
            <a:extLst>
              <a:ext uri="{FF2B5EF4-FFF2-40B4-BE49-F238E27FC236}">
                <a16:creationId xmlns:a16="http://schemas.microsoft.com/office/drawing/2014/main" id="{CF3AB65A-4F8A-4FF8-902C-CDC8998B6242}"/>
              </a:ext>
            </a:extLst>
          </p:cNvPr>
          <p:cNvSpPr>
            <a:spLocks noGrp="1"/>
          </p:cNvSpPr>
          <p:nvPr/>
        </p:nvSpPr>
        <p:spPr>
          <a:xfrm>
            <a:off x="2657475" y="1581150"/>
            <a:ext cx="0" cy="17145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sp>
      <p:sp>
        <p:nvSpPr>
          <p:cNvPr id="16" name="clock-hand1">
            <a:extLst>
              <a:ext uri="{FF2B5EF4-FFF2-40B4-BE49-F238E27FC236}">
                <a16:creationId xmlns:a16="http://schemas.microsoft.com/office/drawing/2014/main" id="{E2DD454E-06B0-4BCA-91B2-AEF17176626C}"/>
              </a:ext>
            </a:extLst>
          </p:cNvPr>
          <p:cNvSpPr>
            <a:spLocks noGrp="1"/>
          </p:cNvSpPr>
          <p:nvPr/>
        </p:nvSpPr>
        <p:spPr>
          <a:xfrm>
            <a:off x="5876925" y="762000"/>
            <a:ext cx="0" cy="28575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clock-hand2">
            <a:extLst>
              <a:ext uri="{FF2B5EF4-FFF2-40B4-BE49-F238E27FC236}">
                <a16:creationId xmlns:a16="http://schemas.microsoft.com/office/drawing/2014/main" id="{991E9F74-381D-43C0-9DDB-DD03214D7551}"/>
              </a:ext>
            </a:extLst>
          </p:cNvPr>
          <p:cNvSpPr>
            <a:spLocks noGrp="1"/>
          </p:cNvSpPr>
          <p:nvPr/>
        </p:nvSpPr>
        <p:spPr>
          <a:xfrm>
            <a:off x="5876925" y="790575"/>
            <a:ext cx="28575" cy="28575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gavel-handle">
            <a:extLst>
              <a:ext uri="{FF2B5EF4-FFF2-40B4-BE49-F238E27FC236}">
                <a16:creationId xmlns:a16="http://schemas.microsoft.com/office/drawing/2014/main" id="{D28E3C8D-E93F-4B09-81B5-A21CA33F75A2}"/>
              </a:ext>
            </a:extLst>
          </p:cNvPr>
          <p:cNvSpPr>
            <a:spLocks noGrp="1"/>
          </p:cNvSpPr>
          <p:nvPr/>
        </p:nvSpPr>
        <p:spPr>
          <a:xfrm>
            <a:off x="5848350" y="1304925"/>
            <a:ext cx="47625" cy="57150"/>
          </a:xfrm>
          <a:prstGeom prst="line">
            <a:avLst/>
          </a:prstGeom>
          <a:noFill/>
          <a:ln w="1397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q3-true">
            <a:extLst>
              <a:ext uri="{FF2B5EF4-FFF2-40B4-BE49-F238E27FC236}">
                <a16:creationId xmlns:a16="http://schemas.microsoft.com/office/drawing/2014/main" id="{A5A61646-29AC-4723-896A-AFC506761BD0}"/>
              </a:ext>
            </a:extLst>
          </p:cNvPr>
          <p:cNvSpPr>
            <a:spLocks noGrp="1"/>
          </p:cNvSpPr>
          <p:nvPr/>
        </p:nvSpPr>
        <p:spPr>
          <a:xfrm>
            <a:off x="3581400" y="1962150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sp>
      <p:sp>
        <p:nvSpPr>
          <p:cNvPr id="21" name="q3-false">
            <a:extLst>
              <a:ext uri="{FF2B5EF4-FFF2-40B4-BE49-F238E27FC236}">
                <a16:creationId xmlns:a16="http://schemas.microsoft.com/office/drawing/2014/main" id="{AA8A77B3-EE42-4DAE-BE4A-2094E1942867}"/>
              </a:ext>
            </a:extLst>
          </p:cNvPr>
          <p:cNvSpPr>
            <a:spLocks noGrp="1"/>
          </p:cNvSpPr>
          <p:nvPr/>
        </p:nvSpPr>
        <p:spPr>
          <a:xfrm>
            <a:off x="2657475" y="2143125"/>
            <a:ext cx="0" cy="17145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sp>
      <p:sp>
        <p:nvSpPr>
          <p:cNvPr id="22" name="q4-true">
            <a:extLst>
              <a:ext uri="{FF2B5EF4-FFF2-40B4-BE49-F238E27FC236}">
                <a16:creationId xmlns:a16="http://schemas.microsoft.com/office/drawing/2014/main" id="{97F6F86E-2F2E-4A43-890C-0371054CB916}"/>
              </a:ext>
            </a:extLst>
          </p:cNvPr>
          <p:cNvSpPr>
            <a:spLocks noGrp="1"/>
          </p:cNvSpPr>
          <p:nvPr/>
        </p:nvSpPr>
        <p:spPr>
          <a:xfrm>
            <a:off x="3581400" y="2524125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sp>
      <p:cxnSp>
        <p:nvCxnSpPr>
          <p:cNvPr id="23" name="q4-false">
            <a:extLst>
              <a:ext uri="{FF2B5EF4-FFF2-40B4-BE49-F238E27FC236}">
                <a16:creationId xmlns:a16="http://schemas.microsoft.com/office/drawing/2014/main" id="{C87E511D-F767-4816-AC87-B654AFB0D9E5}"/>
              </a:ext>
            </a:extLst>
          </p:cNvPr>
          <p:cNvCxnSpPr/>
          <p:nvPr/>
        </p:nvCxnSpPr>
        <p:spPr>
          <a:xfrm>
            <a:off x="2657475" y="2733675"/>
            <a:ext cx="1209675" cy="180975"/>
          </a:xfrm>
          <a:prstGeom prst="bentConnector3">
            <a:avLst/>
          </a:prstGeom>
          <a:ln w="8255">
            <a:solidFill>
              <a:srgbClr val="384C57"/>
            </a:solidFill>
            <a:tailEnd type="triangle" w="sm" len="sm"/>
          </a:ln>
        </p:spPr>
      </p:cxnSp>
      <p:sp>
        <p:nvSpPr>
          <p:cNvPr id="24" name="h-line1">
            <a:extLst>
              <a:ext uri="{FF2B5EF4-FFF2-40B4-BE49-F238E27FC236}">
                <a16:creationId xmlns:a16="http://schemas.microsoft.com/office/drawing/2014/main" id="{6FB26C29-9817-456A-9ED1-C552C7D4A0FA}"/>
              </a:ext>
            </a:extLst>
          </p:cNvPr>
          <p:cNvSpPr>
            <a:spLocks noGrp="1"/>
          </p:cNvSpPr>
          <p:nvPr/>
        </p:nvSpPr>
        <p:spPr>
          <a:xfrm>
            <a:off x="5791200" y="1914525"/>
            <a:ext cx="0" cy="47625"/>
          </a:xfrm>
          <a:prstGeom prst="lin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h-line2">
            <a:extLst>
              <a:ext uri="{FF2B5EF4-FFF2-40B4-BE49-F238E27FC236}">
                <a16:creationId xmlns:a16="http://schemas.microsoft.com/office/drawing/2014/main" id="{4DE2317B-A0B0-45E2-A8C7-66865E10A00A}"/>
              </a:ext>
            </a:extLst>
          </p:cNvPr>
          <p:cNvSpPr>
            <a:spLocks noGrp="1"/>
          </p:cNvSpPr>
          <p:nvPr/>
        </p:nvSpPr>
        <p:spPr>
          <a:xfrm>
            <a:off x="5791200" y="2009775"/>
            <a:ext cx="0" cy="28575"/>
          </a:xfrm>
          <a:prstGeom prst="lin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h-left-edge">
            <a:extLst>
              <a:ext uri="{FF2B5EF4-FFF2-40B4-BE49-F238E27FC236}">
                <a16:creationId xmlns:a16="http://schemas.microsoft.com/office/drawing/2014/main" id="{1DBDB67B-F007-4F4B-BE79-975904265949}"/>
              </a:ext>
            </a:extLst>
          </p:cNvPr>
          <p:cNvSpPr>
            <a:spLocks noGrp="1"/>
          </p:cNvSpPr>
          <p:nvPr/>
        </p:nvSpPr>
        <p:spPr>
          <a:xfrm flipH="1">
            <a:off x="5705475" y="2019300"/>
            <a:ext cx="85725" cy="19050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h-right-edge">
            <a:extLst>
              <a:ext uri="{FF2B5EF4-FFF2-40B4-BE49-F238E27FC236}">
                <a16:creationId xmlns:a16="http://schemas.microsoft.com/office/drawing/2014/main" id="{5B06F762-2315-4FD0-BE06-3D28335C2110}"/>
              </a:ext>
            </a:extLst>
          </p:cNvPr>
          <p:cNvSpPr>
            <a:spLocks noGrp="1"/>
          </p:cNvSpPr>
          <p:nvPr/>
        </p:nvSpPr>
        <p:spPr>
          <a:xfrm>
            <a:off x="5791200" y="2019300"/>
            <a:ext cx="85725" cy="19050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mesh-edge-0">
            <a:extLst>
              <a:ext uri="{FF2B5EF4-FFF2-40B4-BE49-F238E27FC236}">
                <a16:creationId xmlns:a16="http://schemas.microsoft.com/office/drawing/2014/main" id="{74AD6561-8E92-4EBA-B6E7-198AB0EFBA3D}"/>
              </a:ext>
            </a:extLst>
          </p:cNvPr>
          <p:cNvSpPr>
            <a:spLocks noGrp="1"/>
          </p:cNvSpPr>
          <p:nvPr/>
        </p:nvSpPr>
        <p:spPr>
          <a:xfrm flipV="1">
            <a:off x="5715000" y="2419350"/>
            <a:ext cx="85725" cy="190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mesh-edge-1">
            <a:extLst>
              <a:ext uri="{FF2B5EF4-FFF2-40B4-BE49-F238E27FC236}">
                <a16:creationId xmlns:a16="http://schemas.microsoft.com/office/drawing/2014/main" id="{0A8060A4-C7DB-4C24-A10A-A9CED2E8CE00}"/>
              </a:ext>
            </a:extLst>
          </p:cNvPr>
          <p:cNvSpPr>
            <a:spLocks noGrp="1"/>
          </p:cNvSpPr>
          <p:nvPr/>
        </p:nvSpPr>
        <p:spPr>
          <a:xfrm>
            <a:off x="5800725" y="2419350"/>
            <a:ext cx="85725" cy="28575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mesh-edge-2">
            <a:extLst>
              <a:ext uri="{FF2B5EF4-FFF2-40B4-BE49-F238E27FC236}">
                <a16:creationId xmlns:a16="http://schemas.microsoft.com/office/drawing/2014/main" id="{41A415C4-550C-4A97-BEA4-08E7A9CE4EA4}"/>
              </a:ext>
            </a:extLst>
          </p:cNvPr>
          <p:cNvSpPr>
            <a:spLocks noGrp="1"/>
          </p:cNvSpPr>
          <p:nvPr/>
        </p:nvSpPr>
        <p:spPr>
          <a:xfrm flipH="1">
            <a:off x="5676900" y="2438400"/>
            <a:ext cx="38100" cy="7620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mesh-edge-3">
            <a:extLst>
              <a:ext uri="{FF2B5EF4-FFF2-40B4-BE49-F238E27FC236}">
                <a16:creationId xmlns:a16="http://schemas.microsoft.com/office/drawing/2014/main" id="{62BD7143-D2DA-43DC-8156-C05738CD14F7}"/>
              </a:ext>
            </a:extLst>
          </p:cNvPr>
          <p:cNvSpPr>
            <a:spLocks noGrp="1"/>
          </p:cNvSpPr>
          <p:nvPr/>
        </p:nvSpPr>
        <p:spPr>
          <a:xfrm>
            <a:off x="5715000" y="2438400"/>
            <a:ext cx="66675" cy="7620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mesh-edge-4">
            <a:extLst>
              <a:ext uri="{FF2B5EF4-FFF2-40B4-BE49-F238E27FC236}">
                <a16:creationId xmlns:a16="http://schemas.microsoft.com/office/drawing/2014/main" id="{D654FCDD-97B9-49CB-BFB6-521CC76B0AAD}"/>
              </a:ext>
            </a:extLst>
          </p:cNvPr>
          <p:cNvSpPr>
            <a:spLocks noGrp="1"/>
          </p:cNvSpPr>
          <p:nvPr/>
        </p:nvSpPr>
        <p:spPr>
          <a:xfrm flipH="1">
            <a:off x="5781675" y="2419350"/>
            <a:ext cx="19050" cy="952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mesh-edge-5">
            <a:extLst>
              <a:ext uri="{FF2B5EF4-FFF2-40B4-BE49-F238E27FC236}">
                <a16:creationId xmlns:a16="http://schemas.microsoft.com/office/drawing/2014/main" id="{F6410000-D916-49B8-8E0A-2388CFAFF59E}"/>
              </a:ext>
            </a:extLst>
          </p:cNvPr>
          <p:cNvSpPr>
            <a:spLocks noGrp="1"/>
          </p:cNvSpPr>
          <p:nvPr/>
        </p:nvSpPr>
        <p:spPr>
          <a:xfrm flipH="1">
            <a:off x="5781675" y="2447925"/>
            <a:ext cx="104775" cy="66675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mesh-edge-6">
            <a:extLst>
              <a:ext uri="{FF2B5EF4-FFF2-40B4-BE49-F238E27FC236}">
                <a16:creationId xmlns:a16="http://schemas.microsoft.com/office/drawing/2014/main" id="{6EC5C89F-BFD9-4C52-AF66-861CB5204948}"/>
              </a:ext>
            </a:extLst>
          </p:cNvPr>
          <p:cNvSpPr>
            <a:spLocks noGrp="1"/>
          </p:cNvSpPr>
          <p:nvPr/>
        </p:nvSpPr>
        <p:spPr>
          <a:xfrm flipH="1">
            <a:off x="5867400" y="2447925"/>
            <a:ext cx="19050" cy="104775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mesh-edge-7">
            <a:extLst>
              <a:ext uri="{FF2B5EF4-FFF2-40B4-BE49-F238E27FC236}">
                <a16:creationId xmlns:a16="http://schemas.microsoft.com/office/drawing/2014/main" id="{C64BEB0A-4CEB-45FC-874D-BF56E3AA2558}"/>
              </a:ext>
            </a:extLst>
          </p:cNvPr>
          <p:cNvSpPr>
            <a:spLocks noGrp="1"/>
          </p:cNvSpPr>
          <p:nvPr/>
        </p:nvSpPr>
        <p:spPr>
          <a:xfrm>
            <a:off x="5676900" y="2514600"/>
            <a:ext cx="104775" cy="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mesh-edge-8">
            <a:extLst>
              <a:ext uri="{FF2B5EF4-FFF2-40B4-BE49-F238E27FC236}">
                <a16:creationId xmlns:a16="http://schemas.microsoft.com/office/drawing/2014/main" id="{A88CA081-02BD-48EA-A052-DFEE56722C39}"/>
              </a:ext>
            </a:extLst>
          </p:cNvPr>
          <p:cNvSpPr>
            <a:spLocks noGrp="1"/>
          </p:cNvSpPr>
          <p:nvPr/>
        </p:nvSpPr>
        <p:spPr>
          <a:xfrm>
            <a:off x="5676900" y="2514600"/>
            <a:ext cx="66675" cy="952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mesh-edge-9">
            <a:extLst>
              <a:ext uri="{FF2B5EF4-FFF2-40B4-BE49-F238E27FC236}">
                <a16:creationId xmlns:a16="http://schemas.microsoft.com/office/drawing/2014/main" id="{08878AAF-B4D9-45E4-A960-2678DD0F9EDF}"/>
              </a:ext>
            </a:extLst>
          </p:cNvPr>
          <p:cNvSpPr>
            <a:spLocks noGrp="1"/>
          </p:cNvSpPr>
          <p:nvPr/>
        </p:nvSpPr>
        <p:spPr>
          <a:xfrm>
            <a:off x="5781675" y="2514600"/>
            <a:ext cx="85725" cy="3810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mesh-edge-10">
            <a:extLst>
              <a:ext uri="{FF2B5EF4-FFF2-40B4-BE49-F238E27FC236}">
                <a16:creationId xmlns:a16="http://schemas.microsoft.com/office/drawing/2014/main" id="{E61C33D6-26B6-4E08-B30F-455E78D34A38}"/>
              </a:ext>
            </a:extLst>
          </p:cNvPr>
          <p:cNvSpPr>
            <a:spLocks noGrp="1"/>
          </p:cNvSpPr>
          <p:nvPr/>
        </p:nvSpPr>
        <p:spPr>
          <a:xfrm flipH="1">
            <a:off x="5743575" y="2514600"/>
            <a:ext cx="38100" cy="952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mesh-edge-11">
            <a:extLst>
              <a:ext uri="{FF2B5EF4-FFF2-40B4-BE49-F238E27FC236}">
                <a16:creationId xmlns:a16="http://schemas.microsoft.com/office/drawing/2014/main" id="{CB72E428-0962-4AAE-896A-22387FAF40E4}"/>
              </a:ext>
            </a:extLst>
          </p:cNvPr>
          <p:cNvSpPr>
            <a:spLocks noGrp="1"/>
          </p:cNvSpPr>
          <p:nvPr/>
        </p:nvSpPr>
        <p:spPr>
          <a:xfrm flipH="1">
            <a:off x="5743575" y="2552700"/>
            <a:ext cx="123825" cy="571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q1">
            <a:extLst>
              <a:ext uri="{FF2B5EF4-FFF2-40B4-BE49-F238E27FC236}">
                <a16:creationId xmlns:a16="http://schemas.microsoft.com/office/drawing/2014/main" id="{A76B3746-A48E-47E9-9014-1A49FB316128}"/>
              </a:ext>
            </a:extLst>
          </p:cNvPr>
          <p:cNvSpPr>
            <a:spLocks noGrp="1"/>
          </p:cNvSpPr>
          <p:nvPr/>
        </p:nvSpPr>
        <p:spPr>
          <a:xfrm>
            <a:off x="1704975" y="685800"/>
            <a:ext cx="1876425" cy="36195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q2">
            <a:extLst>
              <a:ext uri="{FF2B5EF4-FFF2-40B4-BE49-F238E27FC236}">
                <a16:creationId xmlns:a16="http://schemas.microsoft.com/office/drawing/2014/main" id="{7C9E0CB9-E6A7-472C-BC3A-8132D894ADA1}"/>
              </a:ext>
            </a:extLst>
          </p:cNvPr>
          <p:cNvSpPr>
            <a:spLocks noGrp="1"/>
          </p:cNvSpPr>
          <p:nvPr/>
        </p:nvSpPr>
        <p:spPr>
          <a:xfrm>
            <a:off x="1704975" y="1219200"/>
            <a:ext cx="1876425" cy="36195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single-person-head">
            <a:extLst>
              <a:ext uri="{FF2B5EF4-FFF2-40B4-BE49-F238E27FC236}">
                <a16:creationId xmlns:a16="http://schemas.microsoft.com/office/drawing/2014/main" id="{1F10E5F6-07A0-43F7-ACFB-E17327BB6C32}"/>
              </a:ext>
            </a:extLst>
          </p:cNvPr>
          <p:cNvSpPr>
            <a:spLocks noGrp="1"/>
          </p:cNvSpPr>
          <p:nvPr/>
        </p:nvSpPr>
        <p:spPr>
          <a:xfrm>
            <a:off x="5729288" y="814388"/>
            <a:ext cx="66675" cy="66675"/>
          </a:xfrm>
          <a:prstGeom prst="ellipse">
            <a:avLst/>
          </a:prstGeom>
          <a:solidFill>
            <a:srgbClr val="D9D9D9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single-person-shoulders">
            <a:extLst>
              <a:ext uri="{FF2B5EF4-FFF2-40B4-BE49-F238E27FC236}">
                <a16:creationId xmlns:a16="http://schemas.microsoft.com/office/drawing/2014/main" id="{C0F3FAB1-A200-4F59-BF8F-F63700C7D68B}"/>
              </a:ext>
            </a:extLst>
          </p:cNvPr>
          <p:cNvSpPr>
            <a:spLocks noGrp="1"/>
          </p:cNvSpPr>
          <p:nvPr/>
        </p:nvSpPr>
        <p:spPr>
          <a:xfrm>
            <a:off x="5686425" y="885825"/>
            <a:ext cx="152400" cy="857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-4800"/>
                  <a:pt x="21600" y="-4800"/>
                  <a:pt x="21600" y="21600"/>
                </a:cubicBezTo>
              </a:path>
            </a:pathLst>
          </a:cu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latency-clock">
            <a:extLst>
              <a:ext uri="{FF2B5EF4-FFF2-40B4-BE49-F238E27FC236}">
                <a16:creationId xmlns:a16="http://schemas.microsoft.com/office/drawing/2014/main" id="{8ED181E4-E060-40D7-89D7-27328D3E5AEE}"/>
              </a:ext>
            </a:extLst>
          </p:cNvPr>
          <p:cNvSpPr>
            <a:spLocks noGrp="1"/>
          </p:cNvSpPr>
          <p:nvPr/>
        </p:nvSpPr>
        <p:spPr>
          <a:xfrm>
            <a:off x="5829300" y="733425"/>
            <a:ext cx="95250" cy="114300"/>
          </a:xfrm>
          <a:prstGeom prst="ellips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reviewer-head">
            <a:extLst>
              <a:ext uri="{FF2B5EF4-FFF2-40B4-BE49-F238E27FC236}">
                <a16:creationId xmlns:a16="http://schemas.microsoft.com/office/drawing/2014/main" id="{72424118-4FBA-4ADB-91DF-6F314094E18F}"/>
              </a:ext>
            </a:extLst>
          </p:cNvPr>
          <p:cNvSpPr>
            <a:spLocks noGrp="1"/>
          </p:cNvSpPr>
          <p:nvPr/>
        </p:nvSpPr>
        <p:spPr>
          <a:xfrm>
            <a:off x="5639038" y="1324213"/>
            <a:ext cx="56674" cy="56674"/>
          </a:xfrm>
          <a:prstGeom prst="ellipse">
            <a:avLst/>
          </a:prstGeom>
          <a:solidFill>
            <a:srgbClr val="F3DEDB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reviewer-shoulders">
            <a:extLst>
              <a:ext uri="{FF2B5EF4-FFF2-40B4-BE49-F238E27FC236}">
                <a16:creationId xmlns:a16="http://schemas.microsoft.com/office/drawing/2014/main" id="{E23E552A-6586-448D-A28C-95079F962A7B}"/>
              </a:ext>
            </a:extLst>
          </p:cNvPr>
          <p:cNvSpPr>
            <a:spLocks noGrp="1"/>
          </p:cNvSpPr>
          <p:nvPr/>
        </p:nvSpPr>
        <p:spPr>
          <a:xfrm>
            <a:off x="5599747" y="1380872"/>
            <a:ext cx="129540" cy="7286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-4800"/>
                  <a:pt x="21600" y="-4800"/>
                  <a:pt x="21600" y="21600"/>
                </a:cubicBezTo>
              </a:path>
            </a:pathLst>
          </a:cu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reviewer-ball">
            <a:extLst>
              <a:ext uri="{FF2B5EF4-FFF2-40B4-BE49-F238E27FC236}">
                <a16:creationId xmlns:a16="http://schemas.microsoft.com/office/drawing/2014/main" id="{B80FBBB3-9E0D-4E9C-B224-6649E1F49241}"/>
              </a:ext>
            </a:extLst>
          </p:cNvPr>
          <p:cNvSpPr>
            <a:spLocks noGrp="1"/>
          </p:cNvSpPr>
          <p:nvPr/>
        </p:nvSpPr>
        <p:spPr>
          <a:xfrm>
            <a:off x="5629275" y="1408001"/>
            <a:ext cx="76200" cy="76200"/>
          </a:xfrm>
          <a:prstGeom prst="ellips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gavel-head">
            <a:extLst>
              <a:ext uri="{FF2B5EF4-FFF2-40B4-BE49-F238E27FC236}">
                <a16:creationId xmlns:a16="http://schemas.microsoft.com/office/drawing/2014/main" id="{44DE5D36-DC47-437F-85E5-5C0567ED52E6}"/>
              </a:ext>
            </a:extLst>
          </p:cNvPr>
          <p:cNvSpPr>
            <a:spLocks noGrp="1"/>
          </p:cNvSpPr>
          <p:nvPr/>
        </p:nvSpPr>
        <p:spPr>
          <a:xfrm>
            <a:off x="5800725" y="1247775"/>
            <a:ext cx="104775" cy="47625"/>
          </a:xfrm>
          <a:prstGeom prst="parallelogram">
            <a:avLst/>
          </a:prstGeom>
          <a:solidFill>
            <a:srgbClr val="F3DED9"/>
          </a:solidFill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gavel-base">
            <a:extLst>
              <a:ext uri="{FF2B5EF4-FFF2-40B4-BE49-F238E27FC236}">
                <a16:creationId xmlns:a16="http://schemas.microsoft.com/office/drawing/2014/main" id="{B9D05AAD-B65A-476C-81B0-85799516444E}"/>
              </a:ext>
            </a:extLst>
          </p:cNvPr>
          <p:cNvSpPr>
            <a:spLocks noGrp="1"/>
          </p:cNvSpPr>
          <p:nvPr/>
        </p:nvSpPr>
        <p:spPr>
          <a:xfrm>
            <a:off x="5791200" y="1362075"/>
            <a:ext cx="95250" cy="19050"/>
          </a:xfrm>
          <a:prstGeom prst="rect">
            <a:avLst/>
          </a:prstGeom>
          <a:solidFill>
            <a:srgbClr val="F3DED9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safety-shield">
            <a:extLst>
              <a:ext uri="{FF2B5EF4-FFF2-40B4-BE49-F238E27FC236}">
                <a16:creationId xmlns:a16="http://schemas.microsoft.com/office/drawing/2014/main" id="{34426E71-9050-4092-9F4B-B5345F01BBA6}"/>
              </a:ext>
            </a:extLst>
          </p:cNvPr>
          <p:cNvSpPr>
            <a:spLocks noGrp="1"/>
          </p:cNvSpPr>
          <p:nvPr/>
        </p:nvSpPr>
        <p:spPr>
          <a:xfrm flipV="1">
            <a:off x="5791200" y="1419225"/>
            <a:ext cx="123825" cy="123825"/>
          </a:xfrm>
          <a:prstGeom prst="pentagon">
            <a:avLst/>
          </a:prstGeom>
          <a:solidFill>
            <a:srgbClr val="F3DED9"/>
          </a:solidFill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safety-shield-inner">
            <a:extLst>
              <a:ext uri="{FF2B5EF4-FFF2-40B4-BE49-F238E27FC236}">
                <a16:creationId xmlns:a16="http://schemas.microsoft.com/office/drawing/2014/main" id="{6B433BA4-3EB7-4A39-AB35-F59BCE00EA49}"/>
              </a:ext>
            </a:extLst>
          </p:cNvPr>
          <p:cNvSpPr>
            <a:spLocks noGrp="1"/>
          </p:cNvSpPr>
          <p:nvPr/>
        </p:nvSpPr>
        <p:spPr>
          <a:xfrm flipV="1">
            <a:off x="5819775" y="1438275"/>
            <a:ext cx="66675" cy="76200"/>
          </a:xfrm>
          <a:prstGeom prst="pentagon">
            <a:avLst/>
          </a:prstGeom>
          <a:noFill/>
          <a:ln w="508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q3">
            <a:extLst>
              <a:ext uri="{FF2B5EF4-FFF2-40B4-BE49-F238E27FC236}">
                <a16:creationId xmlns:a16="http://schemas.microsoft.com/office/drawing/2014/main" id="{4F82B1BA-4465-425A-84D7-F65506286FB6}"/>
              </a:ext>
            </a:extLst>
          </p:cNvPr>
          <p:cNvSpPr>
            <a:spLocks noGrp="1"/>
          </p:cNvSpPr>
          <p:nvPr/>
        </p:nvSpPr>
        <p:spPr>
          <a:xfrm>
            <a:off x="1704975" y="1781175"/>
            <a:ext cx="1876425" cy="36195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q4">
            <a:extLst>
              <a:ext uri="{FF2B5EF4-FFF2-40B4-BE49-F238E27FC236}">
                <a16:creationId xmlns:a16="http://schemas.microsoft.com/office/drawing/2014/main" id="{C32A5EF9-A267-4CEF-9BC0-105905C298EA}"/>
              </a:ext>
            </a:extLst>
          </p:cNvPr>
          <p:cNvSpPr>
            <a:spLocks noGrp="1"/>
          </p:cNvSpPr>
          <p:nvPr/>
        </p:nvSpPr>
        <p:spPr>
          <a:xfrm>
            <a:off x="1704975" y="2314575"/>
            <a:ext cx="1876425" cy="41910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h-top">
            <a:extLst>
              <a:ext uri="{FF2B5EF4-FFF2-40B4-BE49-F238E27FC236}">
                <a16:creationId xmlns:a16="http://schemas.microsoft.com/office/drawing/2014/main" id="{126CAC19-3B1A-4167-85E4-4D4FBD3872D9}"/>
              </a:ext>
            </a:extLst>
          </p:cNvPr>
          <p:cNvSpPr>
            <a:spLocks noGrp="1"/>
          </p:cNvSpPr>
          <p:nvPr/>
        </p:nvSpPr>
        <p:spPr>
          <a:xfrm>
            <a:off x="5753100" y="18621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h-mid">
            <a:extLst>
              <a:ext uri="{FF2B5EF4-FFF2-40B4-BE49-F238E27FC236}">
                <a16:creationId xmlns:a16="http://schemas.microsoft.com/office/drawing/2014/main" id="{A72D41B9-561C-419A-92F7-62FE6200B564}"/>
              </a:ext>
            </a:extLst>
          </p:cNvPr>
          <p:cNvSpPr>
            <a:spLocks noGrp="1"/>
          </p:cNvSpPr>
          <p:nvPr/>
        </p:nvSpPr>
        <p:spPr>
          <a:xfrm>
            <a:off x="5753100" y="1966913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h-left">
            <a:extLst>
              <a:ext uri="{FF2B5EF4-FFF2-40B4-BE49-F238E27FC236}">
                <a16:creationId xmlns:a16="http://schemas.microsoft.com/office/drawing/2014/main" id="{D8F7E1EE-D5A7-4CB6-AF79-678CD2653138}"/>
              </a:ext>
            </a:extLst>
          </p:cNvPr>
          <p:cNvSpPr>
            <a:spLocks noGrp="1"/>
          </p:cNvSpPr>
          <p:nvPr/>
        </p:nvSpPr>
        <p:spPr>
          <a:xfrm>
            <a:off x="5667375" y="20526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h-bottom">
            <a:extLst>
              <a:ext uri="{FF2B5EF4-FFF2-40B4-BE49-F238E27FC236}">
                <a16:creationId xmlns:a16="http://schemas.microsoft.com/office/drawing/2014/main" id="{5D52BAB8-A5AB-44D1-A588-5A0A7836BFA1}"/>
              </a:ext>
            </a:extLst>
          </p:cNvPr>
          <p:cNvSpPr>
            <a:spLocks noGrp="1"/>
          </p:cNvSpPr>
          <p:nvPr/>
        </p:nvSpPr>
        <p:spPr>
          <a:xfrm>
            <a:off x="5753100" y="20526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h-right">
            <a:extLst>
              <a:ext uri="{FF2B5EF4-FFF2-40B4-BE49-F238E27FC236}">
                <a16:creationId xmlns:a16="http://schemas.microsoft.com/office/drawing/2014/main" id="{0EE1FE8C-9AFD-4376-A652-22703A1D5054}"/>
              </a:ext>
            </a:extLst>
          </p:cNvPr>
          <p:cNvSpPr>
            <a:spLocks noGrp="1"/>
          </p:cNvSpPr>
          <p:nvPr/>
        </p:nvSpPr>
        <p:spPr>
          <a:xfrm>
            <a:off x="5838825" y="20526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chat-left">
            <a:extLst>
              <a:ext uri="{FF2B5EF4-FFF2-40B4-BE49-F238E27FC236}">
                <a16:creationId xmlns:a16="http://schemas.microsoft.com/office/drawing/2014/main" id="{3EF9A417-6384-48E3-89F7-CAB38CBBB006}"/>
              </a:ext>
            </a:extLst>
          </p:cNvPr>
          <p:cNvSpPr>
            <a:spLocks noGrp="1"/>
          </p:cNvSpPr>
          <p:nvPr/>
        </p:nvSpPr>
        <p:spPr>
          <a:xfrm>
            <a:off x="5676900" y="2819400"/>
            <a:ext cx="171450" cy="104775"/>
          </a:xfrm>
          <a:prstGeom prst="wedgeRectCallout">
            <a:avLst/>
          </a:prstGeom>
          <a:solidFill>
            <a:srgbClr val="E7F2F8"/>
          </a:solidFill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chat-right">
            <a:extLst>
              <a:ext uri="{FF2B5EF4-FFF2-40B4-BE49-F238E27FC236}">
                <a16:creationId xmlns:a16="http://schemas.microsoft.com/office/drawing/2014/main" id="{6337AB7B-DB1B-4DEB-B9C8-32CBC953B7A8}"/>
              </a:ext>
            </a:extLst>
          </p:cNvPr>
          <p:cNvSpPr>
            <a:spLocks noGrp="1"/>
          </p:cNvSpPr>
          <p:nvPr/>
        </p:nvSpPr>
        <p:spPr>
          <a:xfrm flipH="1">
            <a:off x="5762625" y="2876550"/>
            <a:ext cx="171450" cy="104775"/>
          </a:xfrm>
          <a:prstGeom prst="wedgeRectCallout">
            <a:avLst/>
          </a:prstGeom>
          <a:solidFill>
            <a:srgbClr val="D9EAF3"/>
          </a:solidFill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mesh-node-0">
            <a:extLst>
              <a:ext uri="{FF2B5EF4-FFF2-40B4-BE49-F238E27FC236}">
                <a16:creationId xmlns:a16="http://schemas.microsoft.com/office/drawing/2014/main" id="{2A015446-F602-4AF0-BB37-8E8FDE71E7C7}"/>
              </a:ext>
            </a:extLst>
          </p:cNvPr>
          <p:cNvSpPr>
            <a:spLocks noGrp="1"/>
          </p:cNvSpPr>
          <p:nvPr/>
        </p:nvSpPr>
        <p:spPr>
          <a:xfrm>
            <a:off x="5691188" y="2414587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mesh-node-1">
            <a:extLst>
              <a:ext uri="{FF2B5EF4-FFF2-40B4-BE49-F238E27FC236}">
                <a16:creationId xmlns:a16="http://schemas.microsoft.com/office/drawing/2014/main" id="{8A8301AF-58CE-4D7D-A1FA-DFF0AD85B065}"/>
              </a:ext>
            </a:extLst>
          </p:cNvPr>
          <p:cNvSpPr>
            <a:spLocks noGrp="1"/>
          </p:cNvSpPr>
          <p:nvPr/>
        </p:nvSpPr>
        <p:spPr>
          <a:xfrm>
            <a:off x="5776912" y="239553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mesh-node-2">
            <a:extLst>
              <a:ext uri="{FF2B5EF4-FFF2-40B4-BE49-F238E27FC236}">
                <a16:creationId xmlns:a16="http://schemas.microsoft.com/office/drawing/2014/main" id="{8C13E331-598A-4D2E-B651-FAE2975822FD}"/>
              </a:ext>
            </a:extLst>
          </p:cNvPr>
          <p:cNvSpPr>
            <a:spLocks noGrp="1"/>
          </p:cNvSpPr>
          <p:nvPr/>
        </p:nvSpPr>
        <p:spPr>
          <a:xfrm>
            <a:off x="5862638" y="2424112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mesh-node-3">
            <a:extLst>
              <a:ext uri="{FF2B5EF4-FFF2-40B4-BE49-F238E27FC236}">
                <a16:creationId xmlns:a16="http://schemas.microsoft.com/office/drawing/2014/main" id="{A070378B-A197-43D1-A996-16036CC91A3E}"/>
              </a:ext>
            </a:extLst>
          </p:cNvPr>
          <p:cNvSpPr>
            <a:spLocks noGrp="1"/>
          </p:cNvSpPr>
          <p:nvPr/>
        </p:nvSpPr>
        <p:spPr>
          <a:xfrm>
            <a:off x="5653088" y="249078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mesh-node-4">
            <a:extLst>
              <a:ext uri="{FF2B5EF4-FFF2-40B4-BE49-F238E27FC236}">
                <a16:creationId xmlns:a16="http://schemas.microsoft.com/office/drawing/2014/main" id="{74CFF2C5-50AC-44E5-B8B3-C8732E20575B}"/>
              </a:ext>
            </a:extLst>
          </p:cNvPr>
          <p:cNvSpPr>
            <a:spLocks noGrp="1"/>
          </p:cNvSpPr>
          <p:nvPr/>
        </p:nvSpPr>
        <p:spPr>
          <a:xfrm>
            <a:off x="5757862" y="249078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" name="mesh-node-5">
            <a:extLst>
              <a:ext uri="{FF2B5EF4-FFF2-40B4-BE49-F238E27FC236}">
                <a16:creationId xmlns:a16="http://schemas.microsoft.com/office/drawing/2014/main" id="{2CA757F6-A37C-4D8F-81E1-1ED3E2F54D26}"/>
              </a:ext>
            </a:extLst>
          </p:cNvPr>
          <p:cNvSpPr>
            <a:spLocks noGrp="1"/>
          </p:cNvSpPr>
          <p:nvPr/>
        </p:nvSpPr>
        <p:spPr>
          <a:xfrm>
            <a:off x="5843588" y="252888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mesh-node-6">
            <a:extLst>
              <a:ext uri="{FF2B5EF4-FFF2-40B4-BE49-F238E27FC236}">
                <a16:creationId xmlns:a16="http://schemas.microsoft.com/office/drawing/2014/main" id="{3CC2856C-B732-4161-A289-BAA11569A91B}"/>
              </a:ext>
            </a:extLst>
          </p:cNvPr>
          <p:cNvSpPr>
            <a:spLocks noGrp="1"/>
          </p:cNvSpPr>
          <p:nvPr/>
        </p:nvSpPr>
        <p:spPr>
          <a:xfrm>
            <a:off x="5719763" y="258603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chat-content-0">
            <a:extLst>
              <a:ext uri="{FF2B5EF4-FFF2-40B4-BE49-F238E27FC236}">
                <a16:creationId xmlns:a16="http://schemas.microsoft.com/office/drawing/2014/main" id="{8EABAE91-ECFD-4192-A2FC-34BA622DF444}"/>
              </a:ext>
            </a:extLst>
          </p:cNvPr>
          <p:cNvSpPr>
            <a:spLocks noGrp="1"/>
          </p:cNvSpPr>
          <p:nvPr/>
        </p:nvSpPr>
        <p:spPr>
          <a:xfrm>
            <a:off x="5705475" y="2847975"/>
            <a:ext cx="104775" cy="0"/>
          </a:xfrm>
          <a:prstGeom prst="line">
            <a:avLst/>
          </a:prstGeom>
          <a:noFill/>
          <a:ln w="508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chat-content-1">
            <a:extLst>
              <a:ext uri="{FF2B5EF4-FFF2-40B4-BE49-F238E27FC236}">
                <a16:creationId xmlns:a16="http://schemas.microsoft.com/office/drawing/2014/main" id="{5B8D8051-84E4-4952-840A-68248B647FFA}"/>
              </a:ext>
            </a:extLst>
          </p:cNvPr>
          <p:cNvSpPr>
            <a:spLocks noGrp="1"/>
          </p:cNvSpPr>
          <p:nvPr/>
        </p:nvSpPr>
        <p:spPr>
          <a:xfrm>
            <a:off x="5705475" y="2876550"/>
            <a:ext cx="104775" cy="0"/>
          </a:xfrm>
          <a:prstGeom prst="line">
            <a:avLst/>
          </a:prstGeom>
          <a:noFill/>
          <a:ln w="508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7EFBD80E-D5BE-418D-8801-21C436CC8F9B}"/>
              </a:ext>
            </a:extLst>
          </p:cNvPr>
          <p:cNvSpPr>
            <a:spLocks noGrp="1"/>
          </p:cNvSpPr>
          <p:nvPr/>
        </p:nvSpPr>
        <p:spPr>
          <a:xfrm>
            <a:off x="1838325" y="276225"/>
            <a:ext cx="16383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62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Input: Target QA Application Scenario</a:t>
            </a:r>
            <a:endParaRPr sz="620" dirty="0"/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9027E745-1B36-443B-964B-16B8F059F2B6}"/>
              </a:ext>
            </a:extLst>
          </p:cNvPr>
          <p:cNvSpPr>
            <a:spLocks noGrp="1"/>
          </p:cNvSpPr>
          <p:nvPr/>
        </p:nvSpPr>
        <p:spPr>
          <a:xfrm>
            <a:off x="1838325" y="390525"/>
            <a:ext cx="16383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67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(Assess Key Decision Factors)</a:t>
            </a:r>
            <a:endParaRPr sz="670" dirty="0"/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C8943422-7509-4E3C-B835-FD316F088048}"/>
              </a:ext>
            </a:extLst>
          </p:cNvPr>
          <p:cNvSpPr>
            <a:spLocks noGrp="1"/>
          </p:cNvSpPr>
          <p:nvPr/>
        </p:nvSpPr>
        <p:spPr>
          <a:xfrm>
            <a:off x="742950" y="628650"/>
            <a:ext cx="12382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810" b="1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Phase 1: Pre-screening</a:t>
            </a:r>
            <a:endParaRPr sz="810"/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466B4EE7-3B71-4BC1-8A61-92CD7380FF05}"/>
              </a:ext>
            </a:extLst>
          </p:cNvPr>
          <p:cNvSpPr>
            <a:spLocks noGrp="1"/>
          </p:cNvSpPr>
          <p:nvPr/>
        </p:nvSpPr>
        <p:spPr>
          <a:xfrm>
            <a:off x="1847850" y="71437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Is task complexity low and</a:t>
            </a:r>
            <a:endParaRPr sz="480" dirty="0"/>
          </a:p>
          <a:p>
            <a:pPr algn="ctr">
              <a:buNone/>
            </a:pPr>
            <a:r>
              <a:rPr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specialization requirement not</a:t>
            </a:r>
            <a:endParaRPr sz="480" dirty="0"/>
          </a:p>
          <a:p>
            <a:pPr algn="ctr">
              <a:buNone/>
            </a:pPr>
            <a:r>
              <a:rPr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high?</a:t>
            </a:r>
            <a:endParaRPr sz="480" dirty="0"/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78DD30A3-B2B6-4D00-A3A3-16BC6E3EB526}"/>
              </a:ext>
            </a:extLst>
          </p:cNvPr>
          <p:cNvSpPr>
            <a:spLocks noGrp="1"/>
          </p:cNvSpPr>
          <p:nvPr/>
        </p:nvSpPr>
        <p:spPr>
          <a:xfrm>
            <a:off x="1847850" y="124777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480" b="0">
                <a:solidFill>
                  <a:srgbClr val="172127"/>
                </a:solidFill>
              </a:defRPr>
            </a:defPPr>
          </a:lstStyle>
          <a:p>
            <a:pPr algn="ctr">
              <a:buNone/>
              <a:defRPr sz="480" b="0">
                <a:solidFill>
                  <a:srgbClr val="172127"/>
                </a:solidFill>
              </a:defRPr>
            </a:pPr>
            <a:r>
              <a:rPr sz="48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High safety / compliance requirements,</a:t>
            </a:r>
            <a:endParaRPr sz="480" dirty="0"/>
          </a:p>
          <a:p>
            <a:pPr algn="ctr">
              <a:buNone/>
              <a:defRPr sz="480" b="0">
                <a:solidFill>
                  <a:srgbClr val="172127"/>
                </a:solidFill>
              </a:defRPr>
            </a:pPr>
            <a:r>
              <a:rPr sz="48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such as Medical or Legal use?</a:t>
            </a:r>
            <a:endParaRPr sz="480" dirty="0"/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7C8A55FE-AA10-4243-B198-08855CFA6326}"/>
              </a:ext>
            </a:extLst>
          </p:cNvPr>
          <p:cNvSpPr>
            <a:spLocks noGrp="1"/>
          </p:cNvSpPr>
          <p:nvPr/>
        </p:nvSpPr>
        <p:spPr>
          <a:xfrm>
            <a:off x="3648075" y="73342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sz="740"/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42B6405A-ADAF-43E2-B6D3-E7AEDC2F34AB}"/>
              </a:ext>
            </a:extLst>
          </p:cNvPr>
          <p:cNvSpPr>
            <a:spLocks noGrp="1"/>
          </p:cNvSpPr>
          <p:nvPr/>
        </p:nvSpPr>
        <p:spPr>
          <a:xfrm>
            <a:off x="2705100" y="105727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sz="740"/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C716E241-7E34-488B-998D-8B4A6FD7D0AB}"/>
              </a:ext>
            </a:extLst>
          </p:cNvPr>
          <p:cNvSpPr>
            <a:spLocks noGrp="1"/>
          </p:cNvSpPr>
          <p:nvPr/>
        </p:nvSpPr>
        <p:spPr>
          <a:xfrm>
            <a:off x="3648075" y="126682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sz="740"/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E93407B3-B804-4325-9430-74DF264AC324}"/>
              </a:ext>
            </a:extLst>
          </p:cNvPr>
          <p:cNvSpPr>
            <a:spLocks noGrp="1"/>
          </p:cNvSpPr>
          <p:nvPr/>
        </p:nvSpPr>
        <p:spPr>
          <a:xfrm>
            <a:off x="2762250" y="1552575"/>
            <a:ext cx="95250" cy="95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sz="740"/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875CABEC-B390-4AEF-817C-B77E951FD770}"/>
              </a:ext>
            </a:extLst>
          </p:cNvPr>
          <p:cNvSpPr>
            <a:spLocks noGrp="1"/>
          </p:cNvSpPr>
          <p:nvPr/>
        </p:nvSpPr>
        <p:spPr>
          <a:xfrm>
            <a:off x="3962400" y="733425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540" b="1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Single-Agent </a:t>
            </a:r>
            <a:r>
              <a:rPr sz="5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Low latency, low cost.</a:t>
            </a:r>
            <a:endParaRPr sz="540"/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9F743B16-1D76-49C6-96EC-0AD19B188B1E}"/>
              </a:ext>
            </a:extLst>
          </p:cNvPr>
          <p:cNvSpPr>
            <a:spLocks noGrp="1"/>
          </p:cNvSpPr>
          <p:nvPr/>
        </p:nvSpPr>
        <p:spPr>
          <a:xfrm>
            <a:off x="3962400" y="847725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45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Suitable for: Simple fact query,</a:t>
            </a:r>
            <a:endParaRPr sz="450"/>
          </a:p>
          <a:p>
            <a:pPr algn="l">
              <a:buNone/>
            </a:pPr>
            <a:r>
              <a:rPr sz="45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single-step reasoning tasks</a:t>
            </a:r>
            <a:endParaRPr sz="450"/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28E5E7C3-3F2F-435F-A3A8-618012A3A6C1}"/>
              </a:ext>
            </a:extLst>
          </p:cNvPr>
          <p:cNvSpPr>
            <a:spLocks noGrp="1"/>
          </p:cNvSpPr>
          <p:nvPr/>
        </p:nvSpPr>
        <p:spPr>
          <a:xfrm>
            <a:off x="3962400" y="1257300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40" b="1">
                <a:solidFill>
                  <a:srgbClr val="172127"/>
                </a:solidFill>
              </a:defRPr>
            </a:defPPr>
          </a:lstStyle>
          <a:p>
            <a:pPr algn="l">
              <a:buNone/>
              <a:defRPr sz="540" b="1">
                <a:solidFill>
                  <a:srgbClr val="172127"/>
                </a:solidFill>
              </a:defRPr>
            </a:pPr>
            <a:r>
              <a:rPr sz="540" b="1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HITL / Governance review</a:t>
            </a:r>
            <a:endParaRPr sz="540" dirty="0"/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51A14EDD-2C86-4783-83DD-6D180F329514}"/>
              </a:ext>
            </a:extLst>
          </p:cNvPr>
          <p:cNvSpPr>
            <a:spLocks noGrp="1"/>
          </p:cNvSpPr>
          <p:nvPr/>
        </p:nvSpPr>
        <p:spPr>
          <a:xfrm>
            <a:off x="3962400" y="1371600"/>
            <a:ext cx="147637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50" b="0">
                <a:solidFill>
                  <a:srgbClr val="172127"/>
                </a:solidFill>
              </a:defRPr>
            </a:defPPr>
          </a:lstStyle>
          <a:p>
            <a:pPr algn="l">
              <a:buNone/>
              <a:defRPr sz="450" b="0">
                <a:solidFill>
                  <a:srgbClr val="172127"/>
                </a:solidFill>
              </a:defRPr>
            </a:pPr>
            <a:r>
              <a:rPr sz="45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Add review requirements; then continue</a:t>
            </a:r>
            <a:endParaRPr sz="450" dirty="0"/>
          </a:p>
          <a:p>
            <a:pPr algn="l">
              <a:buNone/>
              <a:defRPr sz="450" b="0">
                <a:solidFill>
                  <a:srgbClr val="172127"/>
                </a:solidFill>
              </a:defRPr>
            </a:pPr>
            <a:r>
              <a:rPr sz="45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to Phase 2 for architecture selection.</a:t>
            </a:r>
            <a:endParaRPr sz="450" dirty="0"/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0A158F18-5A13-4323-9935-82B2EE9EB279}"/>
              </a:ext>
            </a:extLst>
          </p:cNvPr>
          <p:cNvSpPr>
            <a:spLocks noGrp="1"/>
          </p:cNvSpPr>
          <p:nvPr/>
        </p:nvSpPr>
        <p:spPr>
          <a:xfrm>
            <a:off x="742950" y="1704975"/>
            <a:ext cx="117157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810" b="1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Phase 2: Selection</a:t>
            </a:r>
            <a:endParaRPr sz="810"/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91DB7102-5D20-4C35-83B3-6E0178B5B143}"/>
              </a:ext>
            </a:extLst>
          </p:cNvPr>
          <p:cNvSpPr>
            <a:spLocks noGrp="1"/>
          </p:cNvSpPr>
          <p:nvPr/>
        </p:nvSpPr>
        <p:spPr>
          <a:xfrm>
            <a:off x="1847850" y="1809750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480" b="0">
                <a:solidFill>
                  <a:srgbClr val="172127"/>
                </a:solidFill>
              </a:defRPr>
            </a:defPPr>
          </a:lstStyle>
          <a:p>
            <a:pPr algn="ctr">
              <a:buNone/>
              <a:defRPr sz="480" b="0">
                <a:solidFill>
                  <a:srgbClr val="172127"/>
                </a:solidFill>
              </a:defRPr>
            </a:pPr>
            <a:r>
              <a:rPr sz="48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Does decision authority remain fixed</a:t>
            </a:r>
            <a:endParaRPr sz="480" dirty="0"/>
          </a:p>
          <a:p>
            <a:pPr algn="ctr">
              <a:buNone/>
              <a:defRPr sz="480" b="0">
                <a:solidFill>
                  <a:srgbClr val="172127"/>
                </a:solidFill>
              </a:defRPr>
            </a:pPr>
            <a:r>
              <a:rPr sz="48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with a controller or asymmetric stages?</a:t>
            </a:r>
            <a:endParaRPr sz="480" dirty="0"/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4C8EBD33-1269-4F11-B922-621350E46D75}"/>
              </a:ext>
            </a:extLst>
          </p:cNvPr>
          <p:cNvSpPr>
            <a:spLocks noGrp="1"/>
          </p:cNvSpPr>
          <p:nvPr/>
        </p:nvSpPr>
        <p:spPr>
          <a:xfrm>
            <a:off x="1847850" y="2343150"/>
            <a:ext cx="1571625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480" b="0">
                <a:solidFill>
                  <a:srgbClr val="172127"/>
                </a:solidFill>
              </a:defRPr>
            </a:defPPr>
          </a:lstStyle>
          <a:p>
            <a:pPr algn="ctr">
              <a:buNone/>
              <a:defRPr sz="480" b="0">
                <a:solidFill>
                  <a:srgbClr val="172127"/>
                </a:solidFill>
              </a:defRPr>
            </a:pPr>
            <a:r>
              <a:rPr sz="480" b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Must decision authority change</a:t>
            </a:r>
            <a:endParaRPr sz="480"/>
          </a:p>
          <a:p>
            <a:pPr algn="ctr">
              <a:buNone/>
              <a:defRPr sz="480" b="0">
                <a:solidFill>
                  <a:srgbClr val="172127"/>
                </a:solidFill>
              </a:defRPr>
            </a:pPr>
            <a:r>
              <a:rPr sz="480" b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across stages or states?</a:t>
            </a:r>
            <a:endParaRPr sz="480"/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5FF93100-B312-47F3-9857-03BD33BBE097}"/>
              </a:ext>
            </a:extLst>
          </p:cNvPr>
          <p:cNvSpPr>
            <a:spLocks noGrp="1"/>
          </p:cNvSpPr>
          <p:nvPr/>
        </p:nvSpPr>
        <p:spPr>
          <a:xfrm>
            <a:off x="3648075" y="183832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sz="740"/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F89BA66-7516-4EF5-A543-54E7C8A2443F}"/>
              </a:ext>
            </a:extLst>
          </p:cNvPr>
          <p:cNvSpPr>
            <a:spLocks noGrp="1"/>
          </p:cNvSpPr>
          <p:nvPr/>
        </p:nvSpPr>
        <p:spPr>
          <a:xfrm>
            <a:off x="2705100" y="216217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sz="740"/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0B89BA5B-1FD1-4C69-9ABF-359C937D5E97}"/>
              </a:ext>
            </a:extLst>
          </p:cNvPr>
          <p:cNvSpPr>
            <a:spLocks noGrp="1"/>
          </p:cNvSpPr>
          <p:nvPr/>
        </p:nvSpPr>
        <p:spPr>
          <a:xfrm>
            <a:off x="3648075" y="239077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sz="740"/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561E2313-811B-4AAD-8989-F64A4E88FED5}"/>
              </a:ext>
            </a:extLst>
          </p:cNvPr>
          <p:cNvSpPr>
            <a:spLocks noGrp="1"/>
          </p:cNvSpPr>
          <p:nvPr/>
        </p:nvSpPr>
        <p:spPr>
          <a:xfrm>
            <a:off x="2695575" y="2743200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sz="740"/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B5127902-67F5-4F01-99A0-D5A59D47555F}"/>
              </a:ext>
            </a:extLst>
          </p:cNvPr>
          <p:cNvSpPr>
            <a:spLocks noGrp="1"/>
          </p:cNvSpPr>
          <p:nvPr/>
        </p:nvSpPr>
        <p:spPr>
          <a:xfrm>
            <a:off x="3962400" y="1819275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40" b="0">
                <a:solidFill>
                  <a:srgbClr val="172127"/>
                </a:solidFill>
              </a:defRPr>
            </a:defPPr>
          </a:lstStyle>
          <a:p>
            <a:pPr algn="l">
              <a:defRPr sz="540" b="0">
                <a:solidFill>
                  <a:srgbClr val="172127"/>
                </a:solidFill>
              </a:defRPr>
            </a:pPr>
            <a:r>
              <a:rPr sz="540" b="1">
                <a:latin typeface="Arial Narrow"/>
                <a:ea typeface="Arial Narrow"/>
                <a:cs typeface="Arial Narrow"/>
              </a:rPr>
              <a:t>Hierarchical  </a:t>
            </a:r>
            <a:r>
              <a:rPr sz="540" b="0">
                <a:latin typeface="Arial Narrow"/>
                <a:ea typeface="Arial Narrow"/>
                <a:cs typeface="Arial Narrow"/>
              </a:rPr>
              <a:t>Fixed decision authority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0B001FB1-0863-4CE4-9EFA-B523BDB0E01F}"/>
              </a:ext>
            </a:extLst>
          </p:cNvPr>
          <p:cNvSpPr>
            <a:spLocks noGrp="1"/>
          </p:cNvSpPr>
          <p:nvPr/>
        </p:nvSpPr>
        <p:spPr>
          <a:xfrm>
            <a:off x="3962400" y="1933575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45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Suitable for: Knowledge-intensive QA,</a:t>
            </a:r>
            <a:endParaRPr sz="450"/>
          </a:p>
          <a:p>
            <a:pPr algn="l">
              <a:buNone/>
            </a:pPr>
            <a:r>
              <a:rPr sz="45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long document QA</a:t>
            </a:r>
            <a:endParaRPr sz="450"/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6D4DFF28-BD94-478A-9A6D-6753226CDEB0}"/>
              </a:ext>
            </a:extLst>
          </p:cNvPr>
          <p:cNvSpPr>
            <a:spLocks noGrp="1"/>
          </p:cNvSpPr>
          <p:nvPr/>
        </p:nvSpPr>
        <p:spPr>
          <a:xfrm>
            <a:off x="3962400" y="2381250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40" b="0">
                <a:solidFill>
                  <a:srgbClr val="172127"/>
                </a:solidFill>
              </a:defRPr>
            </a:defPPr>
          </a:lstStyle>
          <a:p>
            <a:pPr algn="l">
              <a:defRPr sz="540" b="0">
                <a:solidFill>
                  <a:srgbClr val="172127"/>
                </a:solidFill>
              </a:defRPr>
            </a:pPr>
            <a:r>
              <a:rPr sz="540" b="1">
                <a:latin typeface="Arial Narrow"/>
                <a:ea typeface="Arial Narrow"/>
                <a:cs typeface="Arial Narrow"/>
              </a:rPr>
              <a:t>Hybrid  </a:t>
            </a:r>
            <a:r>
              <a:rPr sz="540" b="0">
                <a:latin typeface="Arial Narrow"/>
                <a:ea typeface="Arial Narrow"/>
                <a:cs typeface="Arial Narrow"/>
              </a:rPr>
              <a:t>Authority changes by stage/state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69A5B07-BC96-4DE5-A152-E879ED5424F5}"/>
              </a:ext>
            </a:extLst>
          </p:cNvPr>
          <p:cNvSpPr>
            <a:spLocks noGrp="1"/>
          </p:cNvSpPr>
          <p:nvPr/>
        </p:nvSpPr>
        <p:spPr>
          <a:xfrm>
            <a:off x="3962400" y="2495550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50" b="0">
                <a:solidFill>
                  <a:srgbClr val="172127"/>
                </a:solidFill>
              </a:defRPr>
            </a:defPPr>
          </a:lstStyle>
          <a:p>
            <a:pPr algn="l">
              <a:buNone/>
              <a:defRPr sz="450" b="0">
                <a:solidFill>
                  <a:srgbClr val="172127"/>
                </a:solidFill>
              </a:defRPr>
            </a:pPr>
            <a:r>
              <a:rPr sz="450" b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Peer and asymmetric control switch</a:t>
            </a:r>
            <a:endParaRPr sz="450"/>
          </a:p>
          <a:p>
            <a:pPr algn="l">
              <a:buNone/>
              <a:defRPr sz="450" b="0">
                <a:solidFill>
                  <a:srgbClr val="172127"/>
                </a:solidFill>
              </a:defRPr>
            </a:pPr>
            <a:r>
              <a:rPr sz="450" b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with task stages or decision states.</a:t>
            </a:r>
            <a:endParaRPr sz="450"/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351ADC44-6419-41B3-B0D6-80F011660880}"/>
              </a:ext>
            </a:extLst>
          </p:cNvPr>
          <p:cNvSpPr>
            <a:spLocks noGrp="1"/>
          </p:cNvSpPr>
          <p:nvPr/>
        </p:nvSpPr>
        <p:spPr>
          <a:xfrm>
            <a:off x="3962400" y="2781300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40" b="0">
                <a:solidFill>
                  <a:srgbClr val="172127"/>
                </a:solidFill>
              </a:defRPr>
            </a:defPPr>
          </a:lstStyle>
          <a:p>
            <a:pPr algn="l">
              <a:defRPr sz="540" b="0">
                <a:solidFill>
                  <a:srgbClr val="172127"/>
                </a:solidFill>
              </a:defRPr>
            </a:pPr>
            <a:r>
              <a:rPr sz="540" b="1">
                <a:latin typeface="Arial Narrow"/>
                <a:ea typeface="Arial Narrow"/>
                <a:cs typeface="Arial Narrow"/>
              </a:rPr>
              <a:t>Flat  </a:t>
            </a:r>
            <a:r>
              <a:rPr sz="540" b="0">
                <a:latin typeface="Arial Narrow"/>
                <a:ea typeface="Arial Narrow"/>
                <a:cs typeface="Arial Narrow"/>
              </a:rPr>
              <a:t>Peer collaboration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D36A0E2D-5D49-4BB2-A345-34E50A2DB80F}"/>
              </a:ext>
            </a:extLst>
          </p:cNvPr>
          <p:cNvSpPr>
            <a:spLocks noGrp="1"/>
          </p:cNvSpPr>
          <p:nvPr/>
        </p:nvSpPr>
        <p:spPr>
          <a:xfrm>
            <a:off x="3962400" y="2895600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50" b="0">
                <a:solidFill>
                  <a:srgbClr val="172127"/>
                </a:solidFill>
              </a:defRPr>
            </a:defPPr>
          </a:lstStyle>
          <a:p>
            <a:pPr algn="l">
              <a:buNone/>
              <a:defRPr sz="450" b="0">
                <a:solidFill>
                  <a:srgbClr val="172127"/>
                </a:solidFill>
              </a:defRPr>
            </a:pPr>
            <a:r>
              <a:rPr sz="450" b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No persistent top-down controller;</a:t>
            </a:r>
            <a:endParaRPr sz="450"/>
          </a:p>
          <a:p>
            <a:pPr algn="l">
              <a:buNone/>
              <a:defRPr sz="450" b="0">
                <a:solidFill>
                  <a:srgbClr val="172127"/>
                </a:solidFill>
              </a:defRPr>
            </a:pPr>
            <a:r>
              <a:rPr sz="450" b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relatively equal participation.</a:t>
            </a:r>
            <a:endParaRPr sz="450"/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A37CA54-9859-4CEF-92B1-497B77C20A32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52578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40" b="0">
                <a:solidFill>
                  <a:srgbClr val="172127"/>
                </a:solidFill>
              </a:defRPr>
            </a:defPPr>
          </a:lstStyle>
          <a:p>
            <a:pPr algn="l">
              <a:buNone/>
              <a:defRPr sz="540" b="0">
                <a:solidFill>
                  <a:srgbClr val="172127"/>
                </a:solidFill>
              </a:defRPr>
            </a:pPr>
            <a:r>
              <a:rPr sz="540" b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Note: Phase 1 screens collaboration needs; Phase 2 recommends control patterns, subject to task-level evaluation.</a:t>
            </a:r>
            <a:endParaRPr sz="600"/>
          </a:p>
          <a:p>
            <a:pPr algn="l">
              <a:buNone/>
              <a:defRPr sz="540" b="0">
                <a:solidFill>
                  <a:srgbClr val="172127"/>
                </a:solidFill>
              </a:defRPr>
            </a:pPr>
            <a:r>
              <a:rPr sz="540" b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Governance review may also be needed for single-agent workflows.</a:t>
            </a:r>
            <a:endParaRPr sz="600"/>
          </a:p>
        </p:txBody>
      </p:sp>
      <p:cxnSp>
        <p:nvCxnSpPr>
          <p:cNvPr id="98" name="governance-return-down">
            <a:extLst>
              <a:ext uri="{FF2B5EF4-FFF2-40B4-BE49-F238E27FC236}">
                <a16:creationId xmlns:a16="http://schemas.microsoft.com/office/drawing/2014/main" id="{31A30A8E-C65F-4599-A605-CDC8F73E0D10}"/>
              </a:ext>
            </a:extLst>
          </p:cNvPr>
          <p:cNvCxnSpPr/>
          <p:nvPr/>
        </p:nvCxnSpPr>
        <p:spPr>
          <a:xfrm>
            <a:off x="4919663" y="1571625"/>
            <a:ext cx="0" cy="161925"/>
          </a:xfrm>
          <a:prstGeom prst="straightConnector1">
            <a:avLst/>
          </a:prstGeom>
          <a:ln w="8287">
            <a:solidFill>
              <a:srgbClr val="384C57"/>
            </a:solidFill>
            <a:prstDash val="solid"/>
          </a:ln>
        </p:spPr>
      </p:cxnSp>
      <p:cxnSp>
        <p:nvCxnSpPr>
          <p:cNvPr id="99" name="governance-return-left">
            <a:extLst>
              <a:ext uri="{FF2B5EF4-FFF2-40B4-BE49-F238E27FC236}">
                <a16:creationId xmlns:a16="http://schemas.microsoft.com/office/drawing/2014/main" id="{2CA71C2B-FC21-494E-8B99-B59B3B25B68F}"/>
              </a:ext>
            </a:extLst>
          </p:cNvPr>
          <p:cNvCxnSpPr/>
          <p:nvPr/>
        </p:nvCxnSpPr>
        <p:spPr>
          <a:xfrm>
            <a:off x="2657475" y="1733550"/>
            <a:ext cx="2262188" cy="0"/>
          </a:xfrm>
          <a:prstGeom prst="straightConnector1">
            <a:avLst/>
          </a:prstGeom>
          <a:ln w="8287">
            <a:solidFill>
              <a:srgbClr val="384C57"/>
            </a:solidFill>
            <a:prstDash val="solid"/>
          </a:ln>
        </p:spPr>
      </p:cxnSp>
      <p:cxnSp>
        <p:nvCxnSpPr>
          <p:cNvPr id="100" name="governance-return-to-phase2">
            <a:extLst>
              <a:ext uri="{FF2B5EF4-FFF2-40B4-BE49-F238E27FC236}">
                <a16:creationId xmlns:a16="http://schemas.microsoft.com/office/drawing/2014/main" id="{3552EC74-7314-4721-8682-4BE0849A818C}"/>
              </a:ext>
            </a:extLst>
          </p:cNvPr>
          <p:cNvCxnSpPr/>
          <p:nvPr/>
        </p:nvCxnSpPr>
        <p:spPr>
          <a:xfrm>
            <a:off x="2657475" y="1733550"/>
            <a:ext cx="0" cy="47625"/>
          </a:xfrm>
          <a:prstGeom prst="straightConnector1">
            <a:avLst/>
          </a:prstGeom>
          <a:ln w="8287">
            <a:solidFill>
              <a:srgbClr val="384C57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675221918"/>
      </p:ext>
    </p:extLst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Microsoft Office PowerPoint</Application>
  <DocSecurity>0</DocSecurity>
  <PresentationFormat>自定义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Arial Narrow</vt:lpstr>
      <vt:lpstr>ImageToEditablePPT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杰 沈</cp:lastModifiedBy>
  <cp:revision>1</cp:revision>
  <dcterms:created xsi:type="dcterms:W3CDTF">2026-10-13T13:53:22Z</dcterms:created>
  <dcterms:modified xsi:type="dcterms:W3CDTF">2026-10-13T13:58:03Z</dcterms:modified>
</cp:coreProperties>
</file>